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sample deck — Copilot training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 performance</a:t>
            </a:r>
          </a:p>
          <a:p>
            <a:r>
              <a:t>Key initiatives</a:t>
            </a:r>
          </a:p>
          <a:p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Grocery &amp; Foodservice: actual $4385k vs budget $4200k</a:t>
            </a:r>
          </a:p>
          <a:p>
            <a:r>
              <a:t>Safety: actual $1960k vs budget $2100k</a:t>
            </a:r>
          </a:p>
          <a:p>
            <a:r>
              <a:t>Cleaning &amp; Hygiene: actual $1972k vs budget $1850k</a:t>
            </a:r>
          </a:p>
          <a:p>
            <a:r>
              <a:t>Retail: actual $1410k vs budget $1500k</a:t>
            </a:r>
          </a:p>
          <a:p>
            <a:r>
              <a:t>Healthcare: actual $1055k vs budget $980k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variance drivers by segment</a:t>
            </a:r>
          </a:p>
          <a:p>
            <a:r>
              <a:t>Confirm Q3 initiative owners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